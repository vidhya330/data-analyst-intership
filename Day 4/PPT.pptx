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Dashboard Design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• Design an interactive dashboard using Power BI or Tableau.</a:t>
            </a:r>
          </a:p>
          <a:p>
            <a:r>
              <a:t>• Include essential KPIs, slicers, time-series charts, and summary visuals.</a:t>
            </a:r>
          </a:p>
          <a:p>
            <a:r>
              <a:t>Tools Used: Power BI / Tableau</a:t>
            </a:r>
          </a:p>
          <a:p>
            <a:r>
              <a:t>Dataset: Kaggle Sales/Financial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Cards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Cards:</a:t>
            </a:r>
          </a:p>
          <a:p>
            <a:r>
              <a:t>• Display important business metrics.</a:t>
            </a:r>
          </a:p>
          <a:p>
            <a:r>
              <a:t>• Examples: Total Sales, Total Profit, Sales Growth %, YOY Comparison.</a:t>
            </a:r>
          </a:p>
          <a:p>
            <a:r>
              <a:t>KPI cards help stakeholders understand high-level insights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&amp; Profit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&amp; Profit KPIs:</a:t>
            </a:r>
          </a:p>
          <a:p>
            <a:r>
              <a:t>• Total Sales across years.</a:t>
            </a:r>
          </a:p>
          <a:p>
            <a:r>
              <a:t>• Total Profit and Profit Margin.</a:t>
            </a:r>
          </a:p>
          <a:p>
            <a:r>
              <a:t>• Sales Growth percentage to compare performance.</a:t>
            </a:r>
          </a:p>
          <a:p>
            <a:r>
              <a:t>These metrics support financial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Slicers and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Slicers and Filters:</a:t>
            </a:r>
          </a:p>
          <a:p>
            <a:r>
              <a:t>• Enable users to interact with dashboard.</a:t>
            </a:r>
          </a:p>
          <a:p>
            <a:r>
              <a:t>• Common slicers: Order Date, Region, Category, Segment.</a:t>
            </a:r>
          </a:p>
          <a:p>
            <a:r>
              <a:t>They allow deeper exploration of sales and profit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Time-Series Analysis:</a:t>
            </a:r>
          </a:p>
          <a:p>
            <a:r>
              <a:t>• Includes yearly and monthly trends.</a:t>
            </a:r>
          </a:p>
          <a:p>
            <a:r>
              <a:t>• Helps identify seasonality and business growth.</a:t>
            </a:r>
          </a:p>
          <a:p>
            <a:r>
              <a:t>• Charts like line graphs are used for trend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KPI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Summary:</a:t>
            </a:r>
          </a:p>
          <a:p>
            <a:r>
              <a:t>• Total Sales</a:t>
            </a:r>
          </a:p>
          <a:p>
            <a:r>
              <a:t>• Last Year Sales</a:t>
            </a:r>
          </a:p>
          <a:p>
            <a:r>
              <a:t>• Total Profit</a:t>
            </a:r>
          </a:p>
          <a:p>
            <a:r>
              <a:t>• Sales Growth YOY</a:t>
            </a:r>
          </a:p>
          <a:p>
            <a:r>
              <a:t>Summary cards highlight performance at a glance.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Insights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Outcome:</a:t>
            </a:r>
          </a:p>
          <a:p>
            <a:r>
              <a:t>• Build interactive dashboards.</a:t>
            </a:r>
          </a:p>
          <a:p>
            <a:r>
              <a:t>• Apply business KPIs effectively.</a:t>
            </a:r>
          </a:p>
          <a:p>
            <a:r>
              <a:t>• Use slicers for dynamic filtering.</a:t>
            </a:r>
          </a:p>
          <a:p>
            <a:r>
              <a:t>• Create time-series charts for performance insights.</a:t>
            </a:r>
          </a:p>
          <a:p>
            <a:r>
              <a:t>This completes Task 4 dashboard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</Words>
  <Application>Microsoft Office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Task 4: Dashboard Design - Introduction</vt:lpstr>
      <vt:lpstr>KPI Cards Overview</vt:lpstr>
      <vt:lpstr>Sales &amp; Profit Metrics</vt:lpstr>
      <vt:lpstr>Slicers and Filters</vt:lpstr>
      <vt:lpstr>Time-Series Analysis</vt:lpstr>
      <vt:lpstr>Overall KPI Summary</vt:lpstr>
      <vt:lpstr>Final Insights &amp;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vidhya</dc:creator>
  <cp:keywords/>
  <dc:description>generated using python-pptx</dc:description>
  <cp:lastModifiedBy>Vidhya S</cp:lastModifiedBy>
  <cp:revision>1</cp:revision>
  <dcterms:created xsi:type="dcterms:W3CDTF">2013-01-27T09:14:16Z</dcterms:created>
  <dcterms:modified xsi:type="dcterms:W3CDTF">2025-11-19T08:32:16Z</dcterms:modified>
  <cp:category/>
</cp:coreProperties>
</file>